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A78D6"/>
                </a:solidFill>
              </a:defRPr>
            </a:pPr>
            <a:r>
              <a:t>InfoLadder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B0B0B"/>
                </a:solidFill>
              </a:defRPr>
            </a:pPr>
            <a:r>
              <a:t>How Much Structure Does Physical Inference Need?</a:t>
            </a:r>
          </a:p>
          <a:p>
            <a:pPr>
              <a:defRPr sz="2200">
                <a:solidFill>
                  <a:srgbClr val="0B0B0B"/>
                </a:solidFill>
              </a:defRPr>
            </a:pPr>
            <a:r>
              <a:t>Measuring Usable Information Across a Floorplan Representation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Weekly supervision meeting 1  ·  2026-07-21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Yaqoob Ansari  ·  TopoField thread T4  ·  target: ICLR (mid-September 2026)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github.com/YaqoobAnsari/InfoLadder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The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B0B0B"/>
                </a:solidFill>
              </a:defRPr>
            </a:pPr>
            <a:r>
              <a:t>A floorplan is not a picture — it is a deliberately engineered encoding.</a:t>
            </a:r>
          </a:p>
          <a:p>
            <a:pPr>
              <a:spcAft>
                <a:spcPts val="1000"/>
              </a:spcAft>
              <a:defRPr sz="2000">
                <a:solidFill>
                  <a:srgbClr val="0B0B0B"/>
                </a:solidFill>
              </a:defRPr>
            </a:pPr>
            <a:r>
              <a:t>Architects put circulation, access control, zoning and egress logic INTO the drawing by convention.</a:t>
            </a:r>
          </a:p>
          <a:p>
            <a:pPr>
              <a:spcAft>
                <a:spcPts val="1000"/>
              </a:spcAft>
              <a:defRPr sz="2000">
                <a:solidFill>
                  <a:srgbClr val="0B0B0B"/>
                </a:solidFill>
              </a:defRPr>
            </a:pPr>
            <a:r>
              <a:t>That information is present but locked in pixels: not bioavailable to models.</a:t>
            </a:r>
          </a:p>
          <a:p>
            <a:pPr>
              <a:spcAft>
                <a:spcPts val="1000"/>
              </a:spcAft>
              <a:defRPr sz="2000">
                <a:solidFill>
                  <a:srgbClr val="0B0B0B"/>
                </a:solidFill>
              </a:defRPr>
            </a:pPr>
            <a:r>
              <a:t>Graph representations of increasing richness progressively unlock it.</a:t>
            </a:r>
          </a:p>
          <a:p>
            <a:pPr>
              <a:spcAft>
                <a:spcPts val="1000"/>
              </a:spcAft>
              <a:defRPr sz="2000">
                <a:solidFill>
                  <a:srgbClr val="0B0B0B"/>
                </a:solidFill>
              </a:defRPr>
            </a:pPr>
            <a:r>
              <a:t>We measure — for the first time under a formal protocol — how much each tier unlocks,</a:t>
            </a:r>
          </a:p>
          <a:p>
            <a:pPr>
              <a:spcAft>
                <a:spcPts val="1000"/>
              </a:spcAft>
              <a:defRPr sz="2000">
                <a:solidFill>
                  <a:srgbClr val="0B0B0B"/>
                </a:solidFill>
              </a:defRPr>
            </a:pPr>
            <a:r>
              <a:t>and what each tier costs to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2A78D6"/>
                </a:solidFill>
              </a:defRPr>
            </a:pPr>
            <a:r>
              <a:t>A.</a:t>
            </a:r>
          </a:p>
          <a:p>
            <a:pPr>
              <a:defRPr sz="3400" b="1">
                <a:solidFill>
                  <a:srgbClr val="0B0B0B"/>
                </a:solidFill>
              </a:defRPr>
            </a:pPr>
            <a:r>
              <a:t>Context, question, and research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Building-graph representations range from bare room connectivity to typed, directed, hierarchical graphs.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Nobody knows which structural content downstream inference actually needs.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Consequences today: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annotation effort is spent blind — richness is added by habit, not by measured value;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architectures are chosen by convention (“use a GNN”) without knowing what the input carries;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industry tiers information need (ISO 7817-1:2024) with NO quantitative selection method.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The formal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For a nested ladder of representations T0 ⊆ T1 ⊆ … ⊆ T5 of the same floorplan,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measure usable information I_V(T_k → Y) — what a bounded predictor family V can extract about target Y —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as a curve over tiers, per task, per predictor capacity.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Derived quantities: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annotation gain: nats of usable information per human annotation hour, per tier increment (first in the literature);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capacity compensation: can bigger models on poor representations match small models on rich ones, at what sample cost;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three currencies — structure (hours), capacity (compute), samples (data) — priced against each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Why this matters now (verified evidence)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ISO 7817-1:2024 “Level of Information Need” standardizes exactly this richness tiering — with no measurement method behind it.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Scan-to-BIM semantic enrichment costs 200–400 manual hours per project — the cost axis we price.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A 2026 publication wave (FloorplanQA/ICML26, FMLM/CVPR26 Highlight, floorplan tokenization, SVG-decomposition studies) shows the field circling the question without the measurement.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The measurement tool itself (predictive V-information, ICLR 2020) is mature, trusted, and has never been pointed at input representation tiers.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Research landscape (adversarially verified, July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What it lacks vs. ours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V-information line (Xu ICLR'20; Ethayarajh ICML'22)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usable info of embeddings / dataset difficulty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never input tiers, cost, or graphs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Almudévar &amp; Ortega '26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V-info to compare learned representations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hidden activations, not input formats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Clio (RSS'24, MIT-SPARK)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IB-selects scene-graph granularity for a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online compression, no measurement/cost/capacity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KG-construction benchmark '26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construction choice scored by downstream 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accuracy-only, unordered variants, no cost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FloorplanQA (ICML'26)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LLM accuracy across floorplan text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prompting eval; no nesting, probing, or cost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Homophily / label-informativeness (Platonov '23)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when structure helps, on fixed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binary use-vs-ignore; not which tier to build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2514E"/>
                </a:solidFill>
              </a:defRPr>
            </a:pPr>
            <a:r>
              <a:t>Full threat analysis with sources: docs/audits/project_audit_2026-07-16.md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The gap, precisely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“Representation matters” is folklore — ablations, domain observations, and 2026 benchmarks all attest to it.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What has never existed, in any domain, is the combination: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a NESTED refinement spectrum (each tier provably recoverable from the next by forgetting);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measured under a formal usable-information protocol with probe-CAPACITY sweeps;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tied to the ANNOTATION COST of each refinement;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on an instrument CALIBRATED against planted ground truth before any real-data claim.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No published relative combines any two of these four ingredients.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What we claim — and what we deliberately do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Claim: the six-tier spectrum formalization with cost semantics (C1).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Claim: the first usable-information measurement over input representation tiers, as a calibrated instrument (C2).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Claim: annotation gain in nats/hour (C3); information-richness curves + capacity/scale analyses (C4); domain generality check (C5).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NOT claimed: a new probing method (we apply Xu et al.), a new GNN, or deployed physical-field inference.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Wording discipline: the novelty is the PROTOCOL — “first to study representation effects on floorplans” is no longer defensible and is never said.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Measurement framework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Predictive V-information (Xu et al., ICLR 2020): H_V(Y|X) = best expected log-loss achievable by predictor family V; I_V(X→Y) = H_V(Y) − H_V(Y|X).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Key property: unlike Shannon MI, PROCESSING CAN INCREASE usable information — annotation is computation done in advance.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Because tiers are nested, every tier is a coarsening of T5: the study is V-information under structured coarsening.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MDL prequential codelength (Voita &amp; Titov 2020) reported alongside — the probe-effort-sensitive, optimization-robust complement.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All estimates are lower bounds achieved by optimization → best-of-3 restarts × 3 seeds, never single probes.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2A78D6"/>
                </a:solidFill>
              </a:defRPr>
            </a:pPr>
            <a:r>
              <a:t>B.</a:t>
            </a:r>
          </a:p>
          <a:p>
            <a:pPr>
              <a:defRPr sz="3400" b="1">
                <a:solidFill>
                  <a:srgbClr val="0B0B0B"/>
                </a:solidFill>
              </a:defRPr>
            </a:pPr>
            <a:r>
              <a:t>The six-tier representation spectrum</a:t>
            </a:r>
          </a:p>
          <a:p>
            <a:pPr>
              <a:defRPr sz="1600">
                <a:solidFill>
                  <a:srgbClr val="52514E"/>
                </a:solidFill>
              </a:defRPr>
            </a:pPr>
            <a:r>
              <a:t>Every tier derives from the raster floorplan through one real parsing pipeline; downgrades are deterministic forgetting maps.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The ladder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Derivation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T0  skeleton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spaces (rooms, corridor hubs, stairs/elevators) + undirected connectivity; centroids kept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automatic (forget of T2)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T1  named 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node kinds (room/corridor/transition) + recognized text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automatic (CRAFT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T2  doored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door NODES with subtypes (room–corridor, room–room, corridor–corridor, exit)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automatic (door detector)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T3  measured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per-node measures: area, eq. radius, inradius, subnode count, door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automatic (pipeline stats)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T4 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direction/restriction on connections (one-way, staff-only)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annotation, timed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≈0.5–1 h/bldg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T5 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zone/wing containment hierarchy + outdoor marking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annotation, timed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≈1–2 h/bldg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2514E"/>
                </a:solidFill>
              </a:defRPr>
            </a:pPr>
            <a:r>
              <a:t>Strict refinement: forget(T_{k+1}) = T_k, tested property. Thermal/crowding annotations are TARGETS, never representation content (leakage).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T0 — untyped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560" y="1280160"/>
            <a:ext cx="5617919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What: every space is a node with only its position; edges mean “connected through an opening”.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Why this floor: the minimum a model could receive — pure topology + layout.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Every question answerable here is free; everything above is measured against this floor.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Institutional test building (FF sheet), T0: 42 spaces, untyped, connectivity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T1 — named spaces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560" y="1280160"/>
            <a:ext cx="5617919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Adds: node kinds (room / corridor / stairs / elevator) + the drawing's text (room numbers, ‘hall’).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Why: the first semantic increment — what each thing IS; still free (text is read from the sheet).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Semantic key on our sheets: numbers = rooms, ‘hall’ = corridors, ‘NA’ = outdoor (excluded).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T1: same structure, now typed and labeled; corridors are the hall-text identities.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T2 — doored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560" y="1280160"/>
            <a:ext cx="5617919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Adds: doors as first-class typed nodes (room–corridor, room–room, corridor–corridor, exit).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Why: connection TYPE is physical structure — a wall shares heat, a door passes people.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This is where circulation logic becomes explicit; detector-derived on rasters, annotation-derived on ArchCAD.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T2: 42 spaces + 38 typed door nodes + 79 edges; doors sit on the drawn openings.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T3 — measured geometry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560" y="1280160"/>
            <a:ext cx="5617919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Adds: numeric measures per space — area, equivalent radius, inradius, sub-node count, door count.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Why: physical capacity and shape complexity, surfaced as features; still fully automatic.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T3 closes the FREE tiers: everything above requires human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T3: node size now encodes measured area; all measures carried as attributes.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T4 + T5 — the paid tiers (built only if the stage gate opens)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T4 access control: direction/restriction per connection (one-way exits, staff-only doors) — the egress-relevant increment; ~0.5–1 h/building, timed.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T5 organization: zone/wing containment forest + outdoor regions — the facility-manager's mental model; ~1–2 h/building, timed.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Timing sheets make these the first measured c(k→k+1) figures — the denominator of annotation gain (C3).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An annotation tool over the pipeline's pre-fill is designed but deliberately deferred (future TODO).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Why nesting is load-bearing (not a design nicety)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Each tier is recoverable from the one above by a deterministic forgetting map φ — tested: determinism, idempotence, chain composition.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This makes the ladder a measurement SCALE: differences between tiers are attributable to the added content, nothing else.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Proposition 1: if the probe family is closed under composition with φ, I_V is monotone in tier — closure failure makes non-monotonicity (S9) a testable prediction, not an anecdote.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Schema v2 enforces tier-licensed content (doors only at T2+, measures at T3+, direction at T4+, hierarchy at T5) — 113 automated tests.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Stage-gated execution (risk control)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Phase 1 (now): build T0–T3 at corpus scale — thousands of accurate, visually inspectable graphs.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Phase 2: run the full probing grid on the four FREE tiers.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GATE: only an established, statistically supported information ordering across T0–T3 unlocks the manual T4/T5 investment.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Rationale: never spend 40 annotation hours before the instrument demonstrates the effect on free tiers.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2A78D6"/>
                </a:solidFill>
              </a:defRPr>
            </a:pPr>
            <a:r>
              <a:t>C.</a:t>
            </a:r>
          </a:p>
          <a:p>
            <a:pPr>
              <a:defRPr sz="3400" b="1">
                <a:solidFill>
                  <a:srgbClr val="0B0B0B"/>
                </a:solidFill>
              </a:defRPr>
            </a:pPr>
            <a:r>
              <a:t>Raster-first construction pipeline</a:t>
            </a:r>
          </a:p>
          <a:p>
            <a:pPr>
              <a:defRPr sz="1600">
                <a:solidFill>
                  <a:srgbClr val="52514E"/>
                </a:solidFill>
              </a:defRPr>
            </a:pPr>
            <a:r>
              <a:t>One real pipeline builds every tier from the pixel input — the thesis is honored in the construction, not just the framing.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Engine: Tesseract2 (our own SIGSPATIAL lineage) — CRAFT text detection → semantic interpreter → flood-fill space segmentation → Faster R-CNN door detection → navigable graph.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Tier factory (this project): contracts the navigation graph into tier graphs —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room sub-nodes → parent rooms; corridor waypoint meshes → hall-text identities (spatial territory assignment);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recognized text joined deterministically from the interpreter sidecar (rooms=numbers, hall, NA→outside);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typed doors, stairs/elevators as transitions; measures from pipeline statistics → validated T3 → forget() → T2/T1/T0.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Fallback lane: classical morphology (watershed on wall masks) — kept as QA cross-check and for annotation-free sources.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Flagship result — the institutional test building at T2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877" y="1280160"/>
            <a:ext cx="550776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FF sheet: 42 spaces, 38 typed doors, 79 edges. Every numbered room is one node; doors sit on drawn openings; each hall text is a corridor identity serving its own territory. This graph passed the owner's manual inspection.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Validating the pipeline against ground truth (the MSD loop)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MSD (ECCV'24) ships true room polygons, types, and access graphs for 4,167 usable plans.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We RENDER its geometry to clean rasters (walls + room-type text + door symbols), run the FULL raster pipeline, and score the output against the shipped truth.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This turns ‘is your graph even right?’ into a table: room detection F1, type accuracy, adjacency agreement — at thousands-of-plans scale.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Renders are deterministic (seeded per plan) and auditable; the room-type→vocabulary remap is recorded per plan.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MSD ground-truth renders (validation corpus)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42" y="1280160"/>
            <a:ext cx="575763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20-plan render sample: walls from true polygons, room-type text for the text stage, door symbols at true openings. 4,167 plans rendered at 30–60 px/m.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Pipeline accuracy vs. MSD ground truth (first 119 scored plans)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Room detection precision / recall /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0.996 / 0.977 / 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space segmentation is essentially solved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Room-type accuracy (text → label)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0.823 batch; 16/16 after vocabulary fixes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reading is clean; residual = vocabulary mapping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Adjacency F1 (door-contracted)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 door bottleneck, quantified (below)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Door-symbol detection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34.9% (3,687 rendered arcs)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style gap vs. detector's training distribution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Isolated rooms after graphing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connectivity is preserved even pre-door-fix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2514E"/>
                </a:solidFill>
              </a:defRPr>
            </a:pPr>
            <a:r>
              <a:t>Full-corpus re-scoring in flight (2,883 graphs built and growing; failure accounting reconciles every missing output).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The door bottleneck, diagnosed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or_arc_v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80160"/>
            <a:ext cx="6309360" cy="44681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The detector was trained on bold double-swing symbols seated in thick hatched walls (top row).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Naive synthetic arcs (bottom) are thin, isolated, sometimes overlapping → 2/19 detected on the gate plan.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Decision: retrain the detector on synthetic doors — unlimited exact labels are generatable from ground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Real training-distribution doors vs. first-generation synthetic arcs — the style/context gap in one figure.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Door training set: 12,290 exact boxes across 400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ple_c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83" y="1280160"/>
            <a:ext cx="691075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Bounding boxes emitted analytically at render time (nothing detected, nothing hand-labeled). Domain randomization: wall thickness/line-style/hatching, stroke weight, single/double swing, hinge side, jambs, text presence, rotations. Plan-level 15% holdout; 100% ink-coverage self-check.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Detector fine-tune: first iteration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Held-out synthetic recall: 0.048 (original detector) → 0.523 after 18 minutes of fine-tuning (precision 0.817) — an 11× gain, gate is ≥0.80.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On the REAL sheets: +38% more detections while preserving 84.6% of the original detections' positions —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pending manual QA: extra doors real (gate was mis-specified) vs. hallucinated (needs anchoring).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v2 planned: longer training, per-subtype labels, real-sheet verdict folded in.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Deployment discipline: original checkpoint preserved; nothing deploys until both gates pass AND the running corpus finishes (consistency).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Robustness engineering (what broke and what we did)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Segmentation-palette crash: plans without corridors/balconies crashed the door classifier (~36% of MSD) — root-caused, minimally patched, verified; patch archived for upstreaming.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Every missing output is ACCOUNTED: failure fingerprinting buckets each absent graph by its crash stage — nothing is silently lost.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Batches are resumable and idempotent; renders are seeded-deterministic; the failed 785 plans are being swept right now with the patch live (0 new failures so far).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2A78D6"/>
                </a:solidFill>
              </a:defRPr>
            </a:pPr>
            <a:r>
              <a:t>D.</a:t>
            </a:r>
          </a:p>
          <a:p>
            <a:pPr>
              <a:defRPr sz="3400" b="1">
                <a:solidFill>
                  <a:srgbClr val="0B0B0B"/>
                </a:solidFill>
              </a:defRPr>
            </a:pPr>
            <a:r>
              <a:t>Corpora — what we have, quantified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Corpus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Doors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Role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Prelim pool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 sheets: 1 institutional building (FF×8, LF×2, SF×1 + variants) + 10 residential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 labels (numbers / hall / 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drawn symbols (detector)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pipeline testbed; Gate-b gold candidate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MSD (ECCV'24)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5,372 public; 4,167 usable; ≈140k 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room polygons, 9 types, access graphs,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edge attribute only (no geometry)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GROUND TRUTH validation + residential scale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FloorPlanCAD (ICCV'21)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11,602 SVGs (6,965/3,827/810)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 classes, line-grained, per-primitive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drawn symbols, 6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parser template; textless-lane source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ArchCAD-400K (NeurIPS'25)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41,097 slices, 14 m × 14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numeric per-primitive semantics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GROUND-TRUTH typed (4 classes + instances)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institutional regime (S4); survey-gated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Code graphs (planned)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 established defect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AST → +dataflow → +call 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generality check C5, hard-capped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Prelim pool — the owner-verified anchor (quantified)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21 sheets; the institutional building spans FF (8 sheets), LF (2), SF (1) with text-annotation variants deduplicated.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Tier graphs at T3: 359 spaces, 368 typed doors, 733 edges; 17.1 spaces/sheet average; 100% of spaces carry labels.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Text key: rooms = numbers (e.g., 1001–1040), corridors = ‘hall’, outdoor = ‘NA’, stairs/elevator recognized.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Quality: manually inspected by the building's owner; corridor territories and labels verified against reality.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Residential file_N renders excluded from measurement (furniture-at-wall-thickness defeats morphology; documented).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MSD — Modified Swiss Dwellings (validation + residential scale)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5,372 public multi-unit plans; ONLY the 4,167 train plans ship geometry (test withholds it) — corpus arithmetic corrected early.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≈140k spaces; 33.6 spaces/plan average (measured on the 200-plan subset: 6,720 spaces).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Room types (9 area classes), access edges typed door/passage/entrance; NO access direction; NO door geometry (approximated at nearest boundary points when rendering).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Leakage found &amp; neutralized: shipped zones are a deterministic function of room type → zone targets use APARTMENT grouping (access components cut at entrance doors), which is genuinely tier-exclusive.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License CC BY 4.0; 2,883 plans already carried through the full pipeline to tier graphs.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FloorPlanCAD + ArchCAD-400K — the institutional axis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FloorPlanCAD: 11,602 annotated SVGs incl. schools/hospitals/malls; 35 line-grained classes; doors drawn (6 classes).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Caveat found by exhaustive search: every sheet is a 140×140-unit CROP; zero self-contained plans in the val split → role restricted to parser template + textless-lane source.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ArchCAD-400K (gated access approved): 41,097 slices of professional drawings; walls/glass/columns/stairs/elevators labeled;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doors are GROUND-TRUTH typed instances → the door tier needs no detector on this corpus;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no room polygons and no text → rooms derived by our watershed lane; an ENCLOSURE SURVEY across all slices gates admission (crops again).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Licenses: CC BY-NC 4.0 (both), ArchCAD additionally gated non-commercial; research-use, cited, never redistributed.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Data risk register (found early, neutralized)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Zone-label determinism (MSD): would leak the T5 target through the T1 room label → apartment-mode zones adopted as default.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Base-rate channel (synthetic): uneven per-building label rates let probes read building identity, not labels — caught by the calibration instrument itself, closed by balanced design.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Crop fragmentation (FloorPlanCAD, ArchCAD): admission gates by enclosure, usable fractions reported, never assumed.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Detector style-transfer (doors): quantified (34.9%), retrain program running, ArchCAD path is annotation-based and unaffected.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2A78D6"/>
                </a:solidFill>
              </a:defRPr>
            </a:pPr>
            <a:r>
              <a:t>E.</a:t>
            </a:r>
          </a:p>
          <a:p>
            <a:pPr>
              <a:defRPr sz="3400" b="1">
                <a:solidFill>
                  <a:srgbClr val="0B0B0B"/>
                </a:solidFill>
              </a:defRPr>
            </a:pPr>
            <a:r>
              <a:t>The calibrated measurement instrument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Why the instrument must be calibrated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Every I_V estimate is a lower bound achieved by optimization — an uncalibrated estimator is an article of faith.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Design: synthetic buildings where each target is PLANTED at a known tier by construction —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degree (T0), semantic label (T1), door subtype (T2), numeric attribute (T3), direction (T4), zone secret (T5).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PASS iff the measured surface jumps exactly at each planted tier, is flat elsewhere, and shuffled controls extract nothing.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This doubles as the paper's Figure 2 — the instrument's license to make real-data claims.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Calibration result: PASS — 71/71 checks (V1–V5) + 19/19 (V6, GPU)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libration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94" y="1280160"/>
            <a:ext cx="1019133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2514E"/>
                </a:solidFill>
              </a:defRPr>
            </a:pPr>
            <a:r>
              <a:t>Each panel is one planted target; the dashed line marks where the answer was hidden. Every readable family jumps exactly at the planted tier and is flat below it; the V0 parameter-free readout at T5 extracts 0.73 of the 0.73 available nats — richness converts learning into lookup.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The instrument earned trust by catching real bugs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Base-rate channel: shuffled-label controls extracted +0.115 nats via building-identifying features — a 2/53-check FAIL that exposed a design flaw, fixed by balanced planting.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Degenerate MDL blocks: single-class training prefixes crashed the linear family — now degrades to the marginal predictor (regression-tested).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Mean-aggregation blindness: mean-pooled GNNs provably cannot count — switched to sum aggregation after the degree control failed.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Each catch is documented as a decision record; failed runs stay in the registry — nothing is retried-until-green silently.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The probe ladder (the capacity sweep V)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Question it answers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parameter-free readout (0 params)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 the answer literally written in the representation?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predict-from-prior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 floor: what does the label marginal give?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V2 / 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linear / linear + spectral encodings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 the information on the surface of node features?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V4 / 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1- / 2-layer GNNs (sum aggregation)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 it extractable with local computation?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4-layer GraphGPS-style transformer (≤ 2M params, 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 it extractable at all (bounded ceiling)?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V7 (planned)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frozen small LM over serialized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pre-empts ‘why not an LLM?’ (appendix tier)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2514E"/>
                </a:solidFill>
              </a:defRPr>
            </a:pPr>
            <a:r>
              <a:t>Fixed architectures across tiers (fairness); every curve sandwiched between shuffled-label floors and oracle skylines.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Evaluation metric suite (revised after methods review)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Core: I_V per (tier, target, family, seed) + prequential MDL codelength — both in nats, both released raw.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Tier increments measured as CONDITIONAL V-information I_V(ΔT → Y | T_k) — the established ‘information beyond a baseline’ construction, not noisy differencing.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Adopted additions (each neutralizes a known objection at marginal cost):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pointwise V-information + dataset-artifact audit (per-instance difficulty; Data-Checklist lineage, COLM 2024);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loss-data-curve summaries from the MDL blocks we already compute (sample-efficiency view).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Considered and rejected with reasons: PID, graph information bottleneck, neural MI estimators, effective information, intrinsic dimension, concept-erasure probing.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Statistical protocol (pre-registered before the grid runs)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Building-level splits, never floor-level; split assignment hashed and frozen.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3 seeds × best-of-3 restarts; 1000-resample cluster bootstrap (clusters = buildings) for every CI.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Paired Wilcoxon across buildings for tier comparisons, Holm-corrected within each tier family.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Hard validity gates: shuffled controls must extract nothing (one-sided); oracle skylines must dominate; calibration must be PASS.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Negative and flat results are published with equal prominence — committed in writing.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Methodological guard: separating structure from annotation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Confound: adding door nodes (T2) or hierarchy (T5) changes graph TOPOLOGY — commute times and effective resistance shift — so gains could be partly ‘free structure’.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Controls added to the grid design: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free-structure baselines: virtual-node / Louvain-clustering hierarchies vs. the manual T5; untyped added nodes vs. typed doors;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per-tier effective-resistance deltas reported; an MLP ablation isolates feature- from structure-carried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Without these, nats-per-annotation-hour is attackable; with them, it is the paper's most defensible number.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2A78D6"/>
                </a:solidFill>
              </a:defRPr>
            </a:pPr>
            <a:r>
              <a:t>F.</a:t>
            </a:r>
          </a:p>
          <a:p>
            <a:pPr>
              <a:defRPr sz="3400" b="1">
                <a:solidFill>
                  <a:srgbClr val="0B0B0B"/>
                </a:solidFill>
              </a:defRPr>
            </a:pPr>
            <a:r>
              <a:t>Targets, applications, hypotheses, and plan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Target suite with 2D-validity verdicts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Y_pde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steady-state diffusion field solved exactly on the true 2D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KEEP — reframed as an analytic geometric functional; exact by construction, immune to simulator objections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Y_zone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plan-level thermal zoning (ASHRAE-grounded archetypes, assumptions disclosed)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KEEP — zoning is a plan-level design activity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Y_rank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pairwise room ordering on the diffusion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KEEP, DEMOTED — renamed away from ‘temperature prediction’ (field data refute plan-only prediction of real temperatures)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Y_egress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evacuation bottleneck membership (+ betweenness reference)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PROMOTED to co-headline — fully 2D-native, high-impact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Y_syntax 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space-syntax integration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 (pending decision) — zero annotation cost, established field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2514E"/>
                </a:solidFill>
              </a:defRPr>
            </a:pPr>
            <a:r>
              <a:t>Paper gains a ‘2D validity envelope’: stack effect, solar orientation, inter-floor transfer are explicitly out of scope. This concedes exactly what should be conceded — and the study gets stronger.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Downstream applications: who needs this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WELCOMES (anchor the paper here):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scan-to-BIM semantic enrichment — 200–400 manual h/project is precisely the cost we price;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ISO 7817-1 Level-of-Information-Need decisions — standardized tiers, no quantitative selection method;</a:t>
            </a:r>
          </a:p>
          <a:p>
            <a:pPr lvl="1">
              <a:spcAft>
                <a:spcPts val="700"/>
              </a:spcAft>
              <a:defRPr sz="1400">
                <a:solidFill>
                  <a:srgbClr val="52514E"/>
                </a:solidFill>
              </a:defRPr>
            </a:pPr>
            <a:r>
              <a:t>– LLM building QA / reasoning — input-format choice is live and unmeasured (FloorplanQA line).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INDIFFERENT: indoor localization, generic navigation (their formats are fixed by hardware constraints).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WOULD DISPUTE: real-building thermal simulation from 2D — which is why we scope it out explicitly.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0B0B"/>
                </a:solidFill>
              </a:defRPr>
            </a:pPr>
            <a:r>
              <a:t>Hypotheses (pre-registered)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Where tested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S1/S2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I_V rises with tier for physical targets; saturation is task-dependent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main grid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capacity compensation is partial and costs ≥5×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capacity/sample analysis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annotation gain ≈ 0 residential, large institutional (the headline if it holds)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MSD vs ArchCAD regimes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S5/S6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fine-tuned transformers preserve probe ordering; functional &gt; geometric 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confirmation phase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S7/S8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code-graph ladder transfers; analytic target certifies the simulated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generality + consistency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non-monotone dips for small probe families, vanishing with capacity (Prop.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grid stratified by 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Where we are (day 8 of the 8-week plan)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DONE: six-tier schema + tested forgetting maps; calibrated instrument (V0–V6, PASS); pipeline validated vs ground truth (room F1 0.986); 2,883-and-growing tier-graph corpus; owner-verified flagship building; door-detector retrain program (11× gain, v2 pending); 4 corpora landed and dissected; methods review folded in.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RUNNING NOW: corpus completion sweep (patched, 0 new failures); full-corpus re-scoring; door retrain v2 prep.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NEXT (this week): the stage-gate probing grid on T0–T3 — the experiment this entire infrastructure exists to run.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Then: gate verdict → manual T4/T5 annotation (timed) → capacity/sample analyses → confirmation phase → write-up.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Decisions requested this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Grid scale: include free-structure controls (+≈30% cells) — recommended yes (they make C3 defensible).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Fifth target: add space-syntax integration (zero annotation cost) — recommended yes.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Bayes-error estimator: hold as rebuttal contingency (recommended) vs. run in main grid.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Door verdict: on the real sheets, are the retrained detector's extra doors real or hallucinated? (eval_real.png) — shapes retrain v2.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Annotation-hours planning: if the stage gate opens, ≤40 h of timed T4/T5 annotation in weeks 3–4.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Everything is inspectable (reproducibility posture)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46304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Repo: github.com/YaqoobAnsari/InfoLadder — every number traces to a run manifest (git SHA + config hash + seed) in an append-only registry.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Browsable corpus: results/corpora/ — per building: source floorplan, tier JSONs, per-tier overlays, report card.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Phase reports with figures: results/reports/; methods review: docs/audits/; decision log: docs/DECISIONS.md (18 records).</a:t>
            </a:r>
          </a:p>
          <a:p>
            <a:pPr>
              <a:spcAft>
                <a:spcPts val="700"/>
              </a:spcAft>
              <a:defRPr sz="1600">
                <a:solidFill>
                  <a:srgbClr val="0B0B0B"/>
                </a:solidFill>
              </a:defRPr>
            </a:pPr>
            <a:r>
              <a:t>• External accountability: all code and results are independently monitored and graded.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